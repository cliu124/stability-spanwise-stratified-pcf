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58B6-4290-C74B-0A1A-52BBE52D0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7A4A8-546F-8DDC-E2BA-213FB675E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CC17C-1E6F-DA89-74F2-17B01FEB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F0906-AA57-A84C-E032-D569D27E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44B74-0F08-5C9B-C111-3D028E09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3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2FF4-73F8-D326-0571-0E6A374E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3622-18F1-3337-CD4B-6C3A489F9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05480-EC99-DBEA-627E-21F6FD6C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70919-15D6-7924-85C8-7048803B8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A7ED-AEB9-CE49-6377-DBB8A564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49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103F-B6DF-7082-52F3-6425900AA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29FE1-7C79-E913-6E40-1A75D2076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A859B-0898-02F6-96E7-E1562A532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EB188-4C79-73AD-34F3-D155ED88E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0DA95-663C-8514-1E64-7C12CA12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4403-E82A-469C-9B3B-DD7F49AD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89BE-A83A-A910-5A82-FCFCCC4DA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33F0D-16C7-261C-5651-FF10BBA34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96CA3-145F-273D-AFF4-BF391952E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37EA6-3E83-A4DB-949C-502829B2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24350-1B56-278A-F983-59218F5E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6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A97A-CF4B-7391-72AC-FA7BB994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56AE3-E01E-9085-AAB1-1328487C5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5D3F7-9CFD-75B1-B995-A682C2E93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282A7-4E19-8136-70BB-28564208D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6A463-1EEF-CF96-5620-86682D78A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303B6-23C8-942E-55D9-CC48715D5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332AE6-505F-5416-F7D3-3AD49619F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C3D26-828C-460D-3BB6-4F0D18DF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1B30-BB37-E689-B88C-2A742E2FF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B6CBD-1AD5-02AA-9137-4AF6D4A4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21B72-E4B4-9A1D-73B2-C195A8AA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48305-5E30-6F83-8F0A-75CE502F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7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53D5D-72D7-7D6A-1FCC-D74F675C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330A8-CA27-D268-CE88-CFEB6831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FA554-5DE4-7E8C-3026-50653527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3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47A5-D2D8-E73A-32C9-E45FAFEC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B2063-522E-835E-0B70-EF933BFC3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AE325-B239-9445-F691-F07B95A4A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DB3DE-CDB7-FD23-2467-372EC49F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71BFA-6315-EA69-D5FC-1665503D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D182F-83A9-3279-7DF0-9C6897BE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7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9E98-12FB-7C3B-3F63-2BB9AC75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B88C3-03C5-35EF-C225-1D35CF7099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7BD44-D9AD-1955-5F33-1AD6DA538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6D099-94A1-31F9-49FE-1EA9DEB0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7803F-A57E-9C5F-326D-CA3E0E43B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3AB8D-D43A-FCFC-7D73-1D033A8C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64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0A47-EFFA-CE65-10F2-1783773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C74A2-8C9B-749F-780C-452CFDC7B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C48-AA16-2944-08DF-5558B439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EF35C-6E69-6CA5-0D33-EFAF12A6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1157B-CD94-E67B-3F89-50C5FC7A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4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05FB7-B9DE-4190-8EF0-E618683B9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E6A95-C96B-188A-BF67-6148EE1FD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617C-C26F-3E3A-5EBC-4EA2735D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62C22-045E-99FF-9EEA-AEFCCDB0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89389-BC82-6D92-1252-9CDCA724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3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5DBB1F-66D4-11C5-4F47-9E56D215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0D241-18B3-6551-7663-4FFC44BC5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4ADEC-4D19-68E6-A468-E4CA695DF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131C0-9AB0-42CB-AD94-679C686612A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FD8E8-505C-4591-9B5D-24372E8CA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2C0E2-B8E2-70DB-943F-A90B5EF86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24A87-26E5-4B8D-BB9B-47E9B5095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5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3ED8A-0363-316F-30EF-BCB10498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4144D-5B29-F475-81C5-61E4257CF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7ACEF-3134-D6CA-7F14-591090674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67" y="230188"/>
            <a:ext cx="5582770" cy="5231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B213B9-E6A7-8636-ABFD-3C5DA6789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108" y="230188"/>
            <a:ext cx="5616818" cy="52311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2B23AB-8F11-E862-0ADC-7613E3D1F91A}"/>
              </a:ext>
            </a:extLst>
          </p:cNvPr>
          <p:cNvSpPr txBox="1"/>
          <p:nvPr/>
        </p:nvSpPr>
        <p:spPr>
          <a:xfrm>
            <a:off x="1739646" y="5738721"/>
            <a:ext cx="9233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Candelier J, Le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Dizès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S, Millet C. Shear instability in a stratified fluid when shear and stratification are not aligned. Journal of fluid mechanics. 2011 Oct;685:191-201.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8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4053-6B54-A327-1608-77B4FEF6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69272-47A3-27F0-D89E-F18C79D88E72}"/>
              </a:ext>
            </a:extLst>
          </p:cNvPr>
          <p:cNvSpPr txBox="1"/>
          <p:nvPr/>
        </p:nvSpPr>
        <p:spPr>
          <a:xfrm>
            <a:off x="1608582" y="5716113"/>
            <a:ext cx="94251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Deloncle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A,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Chomaz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JM,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Billant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P. Three-dimensional stability of a horizontally sheared flow in a stably stratified fluid. Journal of Fluid Mechanics. 2007 Jan;570:297-305.</a:t>
            </a:r>
            <a:endParaRPr lang="en-US" sz="1000" b="0" i="0" dirty="0">
              <a:effectLst/>
              <a:latin typeface="Menl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0B5EB-0CA2-29B8-0222-8BB4F485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688" y="986218"/>
            <a:ext cx="6345118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04D37-CF36-D5B0-D63B-7EF92FA9A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9616"/>
            <a:ext cx="5447803" cy="355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20C0-1BE2-F09D-090B-3F35316D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2C7CF-398A-F17B-7C44-5612BB027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5A192-30C6-5466-AF98-0D7A75246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12" y="1027906"/>
            <a:ext cx="9494175" cy="515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5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Menlo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Chang</dc:creator>
  <cp:lastModifiedBy>Liu, Chang</cp:lastModifiedBy>
  <cp:revision>1</cp:revision>
  <dcterms:created xsi:type="dcterms:W3CDTF">2026-10-07T18:50:19Z</dcterms:created>
  <dcterms:modified xsi:type="dcterms:W3CDTF">2026-10-07T19:55:00Z</dcterms:modified>
</cp:coreProperties>
</file>